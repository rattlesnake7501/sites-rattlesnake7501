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sldIdLst>
    <p:sldId id="256" r:id="rId4"/>
    <p:sldId id="257" r:id="rId5"/>
    <p:sldId id="258" r:id="rId6"/>
    <p:sldId id="259"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4" d="100"/>
          <a:sy n="104" d="100"/>
        </p:scale>
        <p:origin x="-174"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 Target="slides/slide4.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tableStyles" Target="tableStyles.xml"/><Relationship Id="rId5" Type="http://schemas.openxmlformats.org/officeDocument/2006/relationships/slide" Target="slides/slide2.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2C4AFFF7-9CB4-4814-9422-299AF8C2459A}" type="datetimeFigureOut">
              <a:rPr lang="en-GB" smtClean="0"/>
              <a:t>09/01/2012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607C647-394F-4E60-8831-58C2AD17230C}" type="slidenum">
              <a:rPr lang="en-GB" smtClean="0"/>
              <a:t>‹#›</a:t>
            </a:fld>
            <a:endParaRPr lang="en-GB"/>
          </a:p>
        </p:txBody>
      </p:sp>
    </p:spTree>
    <p:extLst>
      <p:ext uri="{BB962C8B-B14F-4D97-AF65-F5344CB8AC3E}">
        <p14:creationId xmlns:p14="http://schemas.microsoft.com/office/powerpoint/2010/main" val="1714236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C4AFFF7-9CB4-4814-9422-299AF8C2459A}" type="datetimeFigureOut">
              <a:rPr lang="en-GB" smtClean="0"/>
              <a:t>09/01/2012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607C647-394F-4E60-8831-58C2AD17230C}" type="slidenum">
              <a:rPr lang="en-GB" smtClean="0"/>
              <a:t>‹#›</a:t>
            </a:fld>
            <a:endParaRPr lang="en-GB"/>
          </a:p>
        </p:txBody>
      </p:sp>
    </p:spTree>
    <p:extLst>
      <p:ext uri="{BB962C8B-B14F-4D97-AF65-F5344CB8AC3E}">
        <p14:creationId xmlns:p14="http://schemas.microsoft.com/office/powerpoint/2010/main" val="26224682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C4AFFF7-9CB4-4814-9422-299AF8C2459A}" type="datetimeFigureOut">
              <a:rPr lang="en-GB" smtClean="0"/>
              <a:t>09/01/2012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607C647-394F-4E60-8831-58C2AD17230C}" type="slidenum">
              <a:rPr lang="en-GB" smtClean="0"/>
              <a:t>‹#›</a:t>
            </a:fld>
            <a:endParaRPr lang="en-GB"/>
          </a:p>
        </p:txBody>
      </p:sp>
    </p:spTree>
    <p:extLst>
      <p:ext uri="{BB962C8B-B14F-4D97-AF65-F5344CB8AC3E}">
        <p14:creationId xmlns:p14="http://schemas.microsoft.com/office/powerpoint/2010/main" val="3614705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2C4AFFF7-9CB4-4814-9422-299AF8C2459A}" type="datetimeFigureOut">
              <a:rPr lang="en-GB" smtClean="0"/>
              <a:t>09/01/2012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607C647-394F-4E60-8831-58C2AD17230C}" type="slidenum">
              <a:rPr lang="en-GB" smtClean="0"/>
              <a:t>‹#›</a:t>
            </a:fld>
            <a:endParaRPr lang="en-GB"/>
          </a:p>
        </p:txBody>
      </p:sp>
    </p:spTree>
    <p:extLst>
      <p:ext uri="{BB962C8B-B14F-4D97-AF65-F5344CB8AC3E}">
        <p14:creationId xmlns:p14="http://schemas.microsoft.com/office/powerpoint/2010/main" val="3155964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2C4AFFF7-9CB4-4814-9422-299AF8C2459A}" type="datetimeFigureOut">
              <a:rPr lang="en-GB" smtClean="0"/>
              <a:t>09/01/2012</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607C647-394F-4E60-8831-58C2AD17230C}" type="slidenum">
              <a:rPr lang="en-GB" smtClean="0"/>
              <a:t>‹#›</a:t>
            </a:fld>
            <a:endParaRPr lang="en-GB"/>
          </a:p>
        </p:txBody>
      </p:sp>
    </p:spTree>
    <p:extLst>
      <p:ext uri="{BB962C8B-B14F-4D97-AF65-F5344CB8AC3E}">
        <p14:creationId xmlns:p14="http://schemas.microsoft.com/office/powerpoint/2010/main" val="3426588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2C4AFFF7-9CB4-4814-9422-299AF8C2459A}" type="datetimeFigureOut">
              <a:rPr lang="en-GB" smtClean="0"/>
              <a:t>09/01/2012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607C647-394F-4E60-8831-58C2AD17230C}" type="slidenum">
              <a:rPr lang="en-GB" smtClean="0"/>
              <a:t>‹#›</a:t>
            </a:fld>
            <a:endParaRPr lang="en-GB"/>
          </a:p>
        </p:txBody>
      </p:sp>
    </p:spTree>
    <p:extLst>
      <p:ext uri="{BB962C8B-B14F-4D97-AF65-F5344CB8AC3E}">
        <p14:creationId xmlns:p14="http://schemas.microsoft.com/office/powerpoint/2010/main" val="798037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4AFFF7-9CB4-4814-9422-299AF8C2459A}" type="datetimeFigureOut">
              <a:rPr lang="en-GB" smtClean="0"/>
              <a:t>09/01/2012</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607C647-394F-4E60-8831-58C2AD17230C}" type="slidenum">
              <a:rPr lang="en-GB" smtClean="0"/>
              <a:t>‹#›</a:t>
            </a:fld>
            <a:endParaRPr lang="en-GB"/>
          </a:p>
        </p:txBody>
      </p:sp>
    </p:spTree>
    <p:extLst>
      <p:ext uri="{BB962C8B-B14F-4D97-AF65-F5344CB8AC3E}">
        <p14:creationId xmlns:p14="http://schemas.microsoft.com/office/powerpoint/2010/main" val="3560802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4AFFF7-9CB4-4814-9422-299AF8C2459A}" type="datetimeFigureOut">
              <a:rPr lang="en-GB" smtClean="0"/>
              <a:t>09/01/2012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607C647-394F-4E60-8831-58C2AD17230C}" type="slidenum">
              <a:rPr lang="en-GB" smtClean="0"/>
              <a:t>‹#›</a:t>
            </a:fld>
            <a:endParaRPr lang="en-GB"/>
          </a:p>
        </p:txBody>
      </p:sp>
    </p:spTree>
    <p:extLst>
      <p:ext uri="{BB962C8B-B14F-4D97-AF65-F5344CB8AC3E}">
        <p14:creationId xmlns:p14="http://schemas.microsoft.com/office/powerpoint/2010/main" val="1522298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4AFFF7-9CB4-4814-9422-299AF8C2459A}" type="datetimeFigureOut">
              <a:rPr lang="en-GB" smtClean="0"/>
              <a:t>09/01/2012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607C647-394F-4E60-8831-58C2AD17230C}" type="slidenum">
              <a:rPr lang="en-GB" smtClean="0"/>
              <a:t>‹#›</a:t>
            </a:fld>
            <a:endParaRPr lang="en-GB"/>
          </a:p>
        </p:txBody>
      </p:sp>
    </p:spTree>
    <p:extLst>
      <p:ext uri="{BB962C8B-B14F-4D97-AF65-F5344CB8AC3E}">
        <p14:creationId xmlns:p14="http://schemas.microsoft.com/office/powerpoint/2010/main" val="3642304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C4AFFF7-9CB4-4814-9422-299AF8C2459A}" type="datetimeFigureOut">
              <a:rPr lang="en-GB" smtClean="0"/>
              <a:t>09/01/2012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607C647-394F-4E60-8831-58C2AD17230C}" type="slidenum">
              <a:rPr lang="en-GB" smtClean="0"/>
              <a:t>‹#›</a:t>
            </a:fld>
            <a:endParaRPr lang="en-GB"/>
          </a:p>
        </p:txBody>
      </p:sp>
    </p:spTree>
    <p:extLst>
      <p:ext uri="{BB962C8B-B14F-4D97-AF65-F5344CB8AC3E}">
        <p14:creationId xmlns:p14="http://schemas.microsoft.com/office/powerpoint/2010/main" val="1668433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C4AFFF7-9CB4-4814-9422-299AF8C2459A}" type="datetimeFigureOut">
              <a:rPr lang="en-GB" smtClean="0"/>
              <a:t>09/01/2012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607C647-394F-4E60-8831-58C2AD17230C}" type="slidenum">
              <a:rPr lang="en-GB" smtClean="0"/>
              <a:t>‹#›</a:t>
            </a:fld>
            <a:endParaRPr lang="en-GB"/>
          </a:p>
        </p:txBody>
      </p:sp>
    </p:spTree>
    <p:extLst>
      <p:ext uri="{BB962C8B-B14F-4D97-AF65-F5344CB8AC3E}">
        <p14:creationId xmlns:p14="http://schemas.microsoft.com/office/powerpoint/2010/main" val="3957471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2C4AFFF7-9CB4-4814-9422-299AF8C2459A}" type="datetimeFigureOut">
              <a:rPr lang="en-GB">
                <a:solidFill>
                  <a:prstClr val="black">
                    <a:tint val="75000"/>
                  </a:prstClr>
                </a:solidFill>
              </a:rPr>
              <a:pPr/>
              <a:t>09/01/2012</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5607C647-394F-4E60-8831-58C2AD17230C}" type="slidenum">
              <a:rPr lang="en-GB">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6092597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C4AFFF7-9CB4-4814-9422-299AF8C2459A}" type="datetimeFigureOut">
              <a:rPr lang="en-GB">
                <a:solidFill>
                  <a:prstClr val="black">
                    <a:tint val="75000"/>
                  </a:prstClr>
                </a:solidFill>
              </a:rPr>
              <a:pPr/>
              <a:t>09/01/2012</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5607C647-394F-4E60-8831-58C2AD17230C}" type="slidenum">
              <a:rPr lang="en-GB">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253653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C4AFFF7-9CB4-4814-9422-299AF8C2459A}" type="datetimeFigureOut">
              <a:rPr lang="en-GB">
                <a:solidFill>
                  <a:prstClr val="black">
                    <a:tint val="75000"/>
                  </a:prstClr>
                </a:solidFill>
              </a:rPr>
              <a:pPr/>
              <a:t>09/01/2012</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5607C647-394F-4E60-8831-58C2AD17230C}" type="slidenum">
              <a:rPr lang="en-GB">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1531574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2C4AFFF7-9CB4-4814-9422-299AF8C2459A}" type="datetimeFigureOut">
              <a:rPr lang="en-GB">
                <a:solidFill>
                  <a:prstClr val="black">
                    <a:tint val="75000"/>
                  </a:prstClr>
                </a:solidFill>
              </a:rPr>
              <a:pPr/>
              <a:t>09/01/2012</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5607C647-394F-4E60-8831-58C2AD17230C}" type="slidenum">
              <a:rPr lang="en-GB">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7451295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2C4AFFF7-9CB4-4814-9422-299AF8C2459A}" type="datetimeFigureOut">
              <a:rPr lang="en-GB">
                <a:solidFill>
                  <a:prstClr val="black">
                    <a:tint val="75000"/>
                  </a:prstClr>
                </a:solidFill>
              </a:rPr>
              <a:pPr/>
              <a:t>09/01/2012</a:t>
            </a:fld>
            <a:endParaRPr lang="en-GB">
              <a:solidFill>
                <a:prstClr val="black">
                  <a:tint val="75000"/>
                </a:prstClr>
              </a:solidFill>
            </a:endParaRPr>
          </a:p>
        </p:txBody>
      </p:sp>
      <p:sp>
        <p:nvSpPr>
          <p:cNvPr id="8" name="Footer Placeholder 7"/>
          <p:cNvSpPr>
            <a:spLocks noGrp="1"/>
          </p:cNvSpPr>
          <p:nvPr>
            <p:ph type="ftr" sz="quarter" idx="11"/>
          </p:nvPr>
        </p:nvSpPr>
        <p:spPr/>
        <p:txBody>
          <a:bodyPr/>
          <a:lstStyle/>
          <a:p>
            <a:endParaRPr lang="en-GB">
              <a:solidFill>
                <a:prstClr val="black">
                  <a:tint val="75000"/>
                </a:prstClr>
              </a:solidFill>
            </a:endParaRPr>
          </a:p>
        </p:txBody>
      </p:sp>
      <p:sp>
        <p:nvSpPr>
          <p:cNvPr id="9" name="Slide Number Placeholder 8"/>
          <p:cNvSpPr>
            <a:spLocks noGrp="1"/>
          </p:cNvSpPr>
          <p:nvPr>
            <p:ph type="sldNum" sz="quarter" idx="12"/>
          </p:nvPr>
        </p:nvSpPr>
        <p:spPr/>
        <p:txBody>
          <a:bodyPr/>
          <a:lstStyle/>
          <a:p>
            <a:fld id="{5607C647-394F-4E60-8831-58C2AD17230C}" type="slidenum">
              <a:rPr lang="en-GB">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9128725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2C4AFFF7-9CB4-4814-9422-299AF8C2459A}" type="datetimeFigureOut">
              <a:rPr lang="en-GB">
                <a:solidFill>
                  <a:prstClr val="black">
                    <a:tint val="75000"/>
                  </a:prstClr>
                </a:solidFill>
              </a:rPr>
              <a:pPr/>
              <a:t>09/01/2012</a:t>
            </a:fld>
            <a:endParaRPr lang="en-GB">
              <a:solidFill>
                <a:prstClr val="black">
                  <a:tint val="75000"/>
                </a:prstClr>
              </a:solidFill>
            </a:endParaRPr>
          </a:p>
        </p:txBody>
      </p:sp>
      <p:sp>
        <p:nvSpPr>
          <p:cNvPr id="4" name="Footer Placeholder 3"/>
          <p:cNvSpPr>
            <a:spLocks noGrp="1"/>
          </p:cNvSpPr>
          <p:nvPr>
            <p:ph type="ftr" sz="quarter" idx="11"/>
          </p:nvPr>
        </p:nvSpPr>
        <p:spPr/>
        <p:txBody>
          <a:bodyPr/>
          <a:lstStyle/>
          <a:p>
            <a:endParaRPr lang="en-GB">
              <a:solidFill>
                <a:prstClr val="black">
                  <a:tint val="75000"/>
                </a:prstClr>
              </a:solidFill>
            </a:endParaRPr>
          </a:p>
        </p:txBody>
      </p:sp>
      <p:sp>
        <p:nvSpPr>
          <p:cNvPr id="5" name="Slide Number Placeholder 4"/>
          <p:cNvSpPr>
            <a:spLocks noGrp="1"/>
          </p:cNvSpPr>
          <p:nvPr>
            <p:ph type="sldNum" sz="quarter" idx="12"/>
          </p:nvPr>
        </p:nvSpPr>
        <p:spPr/>
        <p:txBody>
          <a:bodyPr/>
          <a:lstStyle/>
          <a:p>
            <a:fld id="{5607C647-394F-4E60-8831-58C2AD17230C}" type="slidenum">
              <a:rPr lang="en-GB">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4911409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4AFFF7-9CB4-4814-9422-299AF8C2459A}" type="datetimeFigureOut">
              <a:rPr lang="en-GB">
                <a:solidFill>
                  <a:prstClr val="black">
                    <a:tint val="75000"/>
                  </a:prstClr>
                </a:solidFill>
              </a:rPr>
              <a:pPr/>
              <a:t>09/01/2012</a:t>
            </a:fld>
            <a:endParaRPr lang="en-GB">
              <a:solidFill>
                <a:prstClr val="black">
                  <a:tint val="75000"/>
                </a:prstClr>
              </a:solidFill>
            </a:endParaRPr>
          </a:p>
        </p:txBody>
      </p:sp>
      <p:sp>
        <p:nvSpPr>
          <p:cNvPr id="3" name="Footer Placeholder 2"/>
          <p:cNvSpPr>
            <a:spLocks noGrp="1"/>
          </p:cNvSpPr>
          <p:nvPr>
            <p:ph type="ftr" sz="quarter" idx="11"/>
          </p:nvPr>
        </p:nvSpPr>
        <p:spPr/>
        <p:txBody>
          <a:bodyPr/>
          <a:lstStyle/>
          <a:p>
            <a:endParaRPr lang="en-GB">
              <a:solidFill>
                <a:prstClr val="black">
                  <a:tint val="75000"/>
                </a:prstClr>
              </a:solidFill>
            </a:endParaRPr>
          </a:p>
        </p:txBody>
      </p:sp>
      <p:sp>
        <p:nvSpPr>
          <p:cNvPr id="4" name="Slide Number Placeholder 3"/>
          <p:cNvSpPr>
            <a:spLocks noGrp="1"/>
          </p:cNvSpPr>
          <p:nvPr>
            <p:ph type="sldNum" sz="quarter" idx="12"/>
          </p:nvPr>
        </p:nvSpPr>
        <p:spPr/>
        <p:txBody>
          <a:bodyPr/>
          <a:lstStyle/>
          <a:p>
            <a:fld id="{5607C647-394F-4E60-8831-58C2AD17230C}" type="slidenum">
              <a:rPr lang="en-GB">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2786504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4AFFF7-9CB4-4814-9422-299AF8C2459A}" type="datetimeFigureOut">
              <a:rPr lang="en-GB">
                <a:solidFill>
                  <a:prstClr val="black">
                    <a:tint val="75000"/>
                  </a:prstClr>
                </a:solidFill>
              </a:rPr>
              <a:pPr/>
              <a:t>09/01/2012</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5607C647-394F-4E60-8831-58C2AD17230C}" type="slidenum">
              <a:rPr lang="en-GB">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5638811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4AFFF7-9CB4-4814-9422-299AF8C2459A}" type="datetimeFigureOut">
              <a:rPr lang="en-GB">
                <a:solidFill>
                  <a:prstClr val="black">
                    <a:tint val="75000"/>
                  </a:prstClr>
                </a:solidFill>
              </a:rPr>
              <a:pPr/>
              <a:t>09/01/2012</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5607C647-394F-4E60-8831-58C2AD17230C}" type="slidenum">
              <a:rPr lang="en-GB">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4624837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C4AFFF7-9CB4-4814-9422-299AF8C2459A}" type="datetimeFigureOut">
              <a:rPr lang="en-GB">
                <a:solidFill>
                  <a:prstClr val="black">
                    <a:tint val="75000"/>
                  </a:prstClr>
                </a:solidFill>
              </a:rPr>
              <a:pPr/>
              <a:t>09/01/2012</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5607C647-394F-4E60-8831-58C2AD17230C}" type="slidenum">
              <a:rPr lang="en-GB">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5549455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C4AFFF7-9CB4-4814-9422-299AF8C2459A}" type="datetimeFigureOut">
              <a:rPr lang="en-GB">
                <a:solidFill>
                  <a:prstClr val="black">
                    <a:tint val="75000"/>
                  </a:prstClr>
                </a:solidFill>
              </a:rPr>
              <a:pPr/>
              <a:t>09/01/2012</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5607C647-394F-4E60-8831-58C2AD17230C}" type="slidenum">
              <a:rPr lang="en-GB">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9381003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2C4AFFF7-9CB4-4814-9422-299AF8C2459A}" type="datetimeFigureOut">
              <a:rPr lang="en-GB">
                <a:solidFill>
                  <a:prstClr val="black">
                    <a:tint val="75000"/>
                  </a:prstClr>
                </a:solidFill>
              </a:rPr>
              <a:pPr/>
              <a:t>09/01/2012</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5607C647-394F-4E60-8831-58C2AD17230C}" type="slidenum">
              <a:rPr lang="en-GB">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6147192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C4AFFF7-9CB4-4814-9422-299AF8C2459A}" type="datetimeFigureOut">
              <a:rPr lang="en-GB">
                <a:solidFill>
                  <a:prstClr val="black">
                    <a:tint val="75000"/>
                  </a:prstClr>
                </a:solidFill>
              </a:rPr>
              <a:pPr/>
              <a:t>09/01/2012</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5607C647-394F-4E60-8831-58C2AD17230C}" type="slidenum">
              <a:rPr lang="en-GB">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6253037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C4AFFF7-9CB4-4814-9422-299AF8C2459A}" type="datetimeFigureOut">
              <a:rPr lang="en-GB">
                <a:solidFill>
                  <a:prstClr val="black">
                    <a:tint val="75000"/>
                  </a:prstClr>
                </a:solidFill>
              </a:rPr>
              <a:pPr/>
              <a:t>09/01/2012</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5607C647-394F-4E60-8831-58C2AD17230C}" type="slidenum">
              <a:rPr lang="en-GB">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5543848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2C4AFFF7-9CB4-4814-9422-299AF8C2459A}" type="datetimeFigureOut">
              <a:rPr lang="en-GB">
                <a:solidFill>
                  <a:prstClr val="black">
                    <a:tint val="75000"/>
                  </a:prstClr>
                </a:solidFill>
              </a:rPr>
              <a:pPr/>
              <a:t>09/01/2012</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5607C647-394F-4E60-8831-58C2AD17230C}" type="slidenum">
              <a:rPr lang="en-GB">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1809510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2C4AFFF7-9CB4-4814-9422-299AF8C2459A}" type="datetimeFigureOut">
              <a:rPr lang="en-GB">
                <a:solidFill>
                  <a:prstClr val="black">
                    <a:tint val="75000"/>
                  </a:prstClr>
                </a:solidFill>
              </a:rPr>
              <a:pPr/>
              <a:t>09/01/2012</a:t>
            </a:fld>
            <a:endParaRPr lang="en-GB">
              <a:solidFill>
                <a:prstClr val="black">
                  <a:tint val="75000"/>
                </a:prstClr>
              </a:solidFill>
            </a:endParaRPr>
          </a:p>
        </p:txBody>
      </p:sp>
      <p:sp>
        <p:nvSpPr>
          <p:cNvPr id="8" name="Footer Placeholder 7"/>
          <p:cNvSpPr>
            <a:spLocks noGrp="1"/>
          </p:cNvSpPr>
          <p:nvPr>
            <p:ph type="ftr" sz="quarter" idx="11"/>
          </p:nvPr>
        </p:nvSpPr>
        <p:spPr/>
        <p:txBody>
          <a:bodyPr/>
          <a:lstStyle/>
          <a:p>
            <a:endParaRPr lang="en-GB">
              <a:solidFill>
                <a:prstClr val="black">
                  <a:tint val="75000"/>
                </a:prstClr>
              </a:solidFill>
            </a:endParaRPr>
          </a:p>
        </p:txBody>
      </p:sp>
      <p:sp>
        <p:nvSpPr>
          <p:cNvPr id="9" name="Slide Number Placeholder 8"/>
          <p:cNvSpPr>
            <a:spLocks noGrp="1"/>
          </p:cNvSpPr>
          <p:nvPr>
            <p:ph type="sldNum" sz="quarter" idx="12"/>
          </p:nvPr>
        </p:nvSpPr>
        <p:spPr/>
        <p:txBody>
          <a:bodyPr/>
          <a:lstStyle/>
          <a:p>
            <a:fld id="{5607C647-394F-4E60-8831-58C2AD17230C}" type="slidenum">
              <a:rPr lang="en-GB">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90318657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2C4AFFF7-9CB4-4814-9422-299AF8C2459A}" type="datetimeFigureOut">
              <a:rPr lang="en-GB">
                <a:solidFill>
                  <a:prstClr val="black">
                    <a:tint val="75000"/>
                  </a:prstClr>
                </a:solidFill>
              </a:rPr>
              <a:pPr/>
              <a:t>09/01/2012</a:t>
            </a:fld>
            <a:endParaRPr lang="en-GB">
              <a:solidFill>
                <a:prstClr val="black">
                  <a:tint val="75000"/>
                </a:prstClr>
              </a:solidFill>
            </a:endParaRPr>
          </a:p>
        </p:txBody>
      </p:sp>
      <p:sp>
        <p:nvSpPr>
          <p:cNvPr id="4" name="Footer Placeholder 3"/>
          <p:cNvSpPr>
            <a:spLocks noGrp="1"/>
          </p:cNvSpPr>
          <p:nvPr>
            <p:ph type="ftr" sz="quarter" idx="11"/>
          </p:nvPr>
        </p:nvSpPr>
        <p:spPr/>
        <p:txBody>
          <a:bodyPr/>
          <a:lstStyle/>
          <a:p>
            <a:endParaRPr lang="en-GB">
              <a:solidFill>
                <a:prstClr val="black">
                  <a:tint val="75000"/>
                </a:prstClr>
              </a:solidFill>
            </a:endParaRPr>
          </a:p>
        </p:txBody>
      </p:sp>
      <p:sp>
        <p:nvSpPr>
          <p:cNvPr id="5" name="Slide Number Placeholder 4"/>
          <p:cNvSpPr>
            <a:spLocks noGrp="1"/>
          </p:cNvSpPr>
          <p:nvPr>
            <p:ph type="sldNum" sz="quarter" idx="12"/>
          </p:nvPr>
        </p:nvSpPr>
        <p:spPr/>
        <p:txBody>
          <a:bodyPr/>
          <a:lstStyle/>
          <a:p>
            <a:fld id="{5607C647-394F-4E60-8831-58C2AD17230C}" type="slidenum">
              <a:rPr lang="en-GB">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42268500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4AFFF7-9CB4-4814-9422-299AF8C2459A}" type="datetimeFigureOut">
              <a:rPr lang="en-GB">
                <a:solidFill>
                  <a:prstClr val="black">
                    <a:tint val="75000"/>
                  </a:prstClr>
                </a:solidFill>
              </a:rPr>
              <a:pPr/>
              <a:t>09/01/2012</a:t>
            </a:fld>
            <a:endParaRPr lang="en-GB">
              <a:solidFill>
                <a:prstClr val="black">
                  <a:tint val="75000"/>
                </a:prstClr>
              </a:solidFill>
            </a:endParaRPr>
          </a:p>
        </p:txBody>
      </p:sp>
      <p:sp>
        <p:nvSpPr>
          <p:cNvPr id="3" name="Footer Placeholder 2"/>
          <p:cNvSpPr>
            <a:spLocks noGrp="1"/>
          </p:cNvSpPr>
          <p:nvPr>
            <p:ph type="ftr" sz="quarter" idx="11"/>
          </p:nvPr>
        </p:nvSpPr>
        <p:spPr/>
        <p:txBody>
          <a:bodyPr/>
          <a:lstStyle/>
          <a:p>
            <a:endParaRPr lang="en-GB">
              <a:solidFill>
                <a:prstClr val="black">
                  <a:tint val="75000"/>
                </a:prstClr>
              </a:solidFill>
            </a:endParaRPr>
          </a:p>
        </p:txBody>
      </p:sp>
      <p:sp>
        <p:nvSpPr>
          <p:cNvPr id="4" name="Slide Number Placeholder 3"/>
          <p:cNvSpPr>
            <a:spLocks noGrp="1"/>
          </p:cNvSpPr>
          <p:nvPr>
            <p:ph type="sldNum" sz="quarter" idx="12"/>
          </p:nvPr>
        </p:nvSpPr>
        <p:spPr/>
        <p:txBody>
          <a:bodyPr/>
          <a:lstStyle/>
          <a:p>
            <a:fld id="{5607C647-394F-4E60-8831-58C2AD17230C}" type="slidenum">
              <a:rPr lang="en-GB">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8815461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4AFFF7-9CB4-4814-9422-299AF8C2459A}" type="datetimeFigureOut">
              <a:rPr lang="en-GB">
                <a:solidFill>
                  <a:prstClr val="black">
                    <a:tint val="75000"/>
                  </a:prstClr>
                </a:solidFill>
              </a:rPr>
              <a:pPr/>
              <a:t>09/01/2012</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5607C647-394F-4E60-8831-58C2AD17230C}" type="slidenum">
              <a:rPr lang="en-GB">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4615279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4AFFF7-9CB4-4814-9422-299AF8C2459A}" type="datetimeFigureOut">
              <a:rPr lang="en-GB">
                <a:solidFill>
                  <a:prstClr val="black">
                    <a:tint val="75000"/>
                  </a:prstClr>
                </a:solidFill>
              </a:rPr>
              <a:pPr/>
              <a:t>09/01/2012</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5607C647-394F-4E60-8831-58C2AD17230C}" type="slidenum">
              <a:rPr lang="en-GB">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2391744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C4AFFF7-9CB4-4814-9422-299AF8C2459A}" type="datetimeFigureOut">
              <a:rPr lang="en-GB">
                <a:solidFill>
                  <a:prstClr val="black">
                    <a:tint val="75000"/>
                  </a:prstClr>
                </a:solidFill>
              </a:rPr>
              <a:pPr/>
              <a:t>09/01/2012</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5607C647-394F-4E60-8831-58C2AD17230C}" type="slidenum">
              <a:rPr lang="en-GB">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42283171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C4AFFF7-9CB4-4814-9422-299AF8C2459A}" type="datetimeFigureOut">
              <a:rPr lang="en-GB">
                <a:solidFill>
                  <a:prstClr val="black">
                    <a:tint val="75000"/>
                  </a:prstClr>
                </a:solidFill>
              </a:rPr>
              <a:pPr/>
              <a:t>09/01/2012</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5607C647-394F-4E60-8831-58C2AD17230C}" type="slidenum">
              <a:rPr lang="en-GB">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258386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4AFFF7-9CB4-4814-9422-299AF8C2459A}" type="datetimeFigureOut">
              <a:rPr lang="en-GB" smtClean="0"/>
              <a:t>09/01/2012</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07C647-394F-4E60-8831-58C2AD17230C}" type="slidenum">
              <a:rPr lang="en-GB" smtClean="0"/>
              <a:t>‹#›</a:t>
            </a:fld>
            <a:endParaRPr lang="en-GB"/>
          </a:p>
        </p:txBody>
      </p:sp>
    </p:spTree>
    <p:extLst>
      <p:ext uri="{BB962C8B-B14F-4D97-AF65-F5344CB8AC3E}">
        <p14:creationId xmlns:p14="http://schemas.microsoft.com/office/powerpoint/2010/main" val="279598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4AFFF7-9CB4-4814-9422-299AF8C2459A}" type="datetimeFigureOut">
              <a:rPr lang="en-GB">
                <a:solidFill>
                  <a:prstClr val="black">
                    <a:tint val="75000"/>
                  </a:prstClr>
                </a:solidFill>
              </a:rPr>
              <a:pPr/>
              <a:t>09/01/2012</a:t>
            </a:fld>
            <a:endParaRPr lang="en-GB">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07C647-394F-4E60-8831-58C2AD17230C}" type="slidenum">
              <a:rPr lang="en-GB">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1840417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4AFFF7-9CB4-4814-9422-299AF8C2459A}" type="datetimeFigureOut">
              <a:rPr lang="en-GB">
                <a:solidFill>
                  <a:prstClr val="black">
                    <a:tint val="75000"/>
                  </a:prstClr>
                </a:solidFill>
              </a:rPr>
              <a:pPr/>
              <a:t>09/01/2012</a:t>
            </a:fld>
            <a:endParaRPr lang="en-GB">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07C647-394F-4E60-8831-58C2AD17230C}" type="slidenum">
              <a:rPr lang="en-GB">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18653612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gif"/><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jp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BEAC7"/>
            </a:gs>
            <a:gs pos="17999">
              <a:srgbClr val="FEE7F2"/>
            </a:gs>
            <a:gs pos="36000">
              <a:srgbClr val="FAC77D"/>
            </a:gs>
            <a:gs pos="61000">
              <a:srgbClr val="FBA97D"/>
            </a:gs>
            <a:gs pos="82001">
              <a:srgbClr val="FBD49C"/>
            </a:gs>
            <a:gs pos="100000">
              <a:srgbClr val="FEE7F2"/>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08720"/>
            <a:ext cx="7772400" cy="1470025"/>
          </a:xfrm>
        </p:spPr>
        <p:txBody>
          <a:bodyPr>
            <a:noAutofit/>
          </a:bodyPr>
          <a:lstStyle/>
          <a:p>
            <a:r>
              <a:rPr lang="en-GB" sz="7200" b="1" dirty="0" smtClean="0"/>
              <a:t>What makes a good Storyboard?</a:t>
            </a:r>
            <a:endParaRPr lang="en-GB" sz="7200" b="1" dirty="0"/>
          </a:p>
        </p:txBody>
      </p:sp>
      <p:sp>
        <p:nvSpPr>
          <p:cNvPr id="3" name="Subtitle 2"/>
          <p:cNvSpPr>
            <a:spLocks noGrp="1"/>
          </p:cNvSpPr>
          <p:nvPr>
            <p:ph type="subTitle" idx="1"/>
          </p:nvPr>
        </p:nvSpPr>
        <p:spPr>
          <a:xfrm>
            <a:off x="1267544" y="2756520"/>
            <a:ext cx="6400800" cy="1752600"/>
          </a:xfrm>
        </p:spPr>
        <p:txBody>
          <a:bodyPr/>
          <a:lstStyle/>
          <a:p>
            <a:r>
              <a:rPr lang="en-GB" b="1" dirty="0" smtClean="0"/>
              <a:t>“WABOLL &amp; WAGOLL”</a:t>
            </a:r>
            <a:endParaRPr lang="en-GB" b="1" dirty="0"/>
          </a:p>
        </p:txBody>
      </p:sp>
      <p:pic>
        <p:nvPicPr>
          <p:cNvPr id="1026" name="Picture 2" descr="http://a1star.com/images/alien-abduction-spaceship.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635896" y="3861048"/>
            <a:ext cx="1905000" cy="172402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97738" y="6021288"/>
            <a:ext cx="1054583" cy="701777"/>
          </a:xfrm>
          <a:prstGeom prst="rect">
            <a:avLst/>
          </a:prstGeom>
        </p:spPr>
      </p:pic>
    </p:spTree>
    <p:extLst>
      <p:ext uri="{BB962C8B-B14F-4D97-AF65-F5344CB8AC3E}">
        <p14:creationId xmlns:p14="http://schemas.microsoft.com/office/powerpoint/2010/main" val="24386748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FBEAC7"/>
            </a:gs>
            <a:gs pos="17999">
              <a:srgbClr val="FEE7F2"/>
            </a:gs>
            <a:gs pos="36000">
              <a:srgbClr val="FAC77D"/>
            </a:gs>
            <a:gs pos="61000">
              <a:srgbClr val="FBA97D"/>
            </a:gs>
            <a:gs pos="82001">
              <a:srgbClr val="FBD49C"/>
            </a:gs>
            <a:gs pos="100000">
              <a:srgbClr val="FEE7F2"/>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9552" y="332656"/>
            <a:ext cx="7772400" cy="3888432"/>
          </a:xfrm>
        </p:spPr>
        <p:txBody>
          <a:bodyPr>
            <a:noAutofit/>
          </a:bodyPr>
          <a:lstStyle/>
          <a:p>
            <a:pPr algn="l"/>
            <a:r>
              <a:rPr lang="en-GB" sz="2000" b="1" dirty="0" smtClean="0"/>
              <a:t>What makes a good Storyboard</a:t>
            </a:r>
            <a:r>
              <a:rPr lang="en-GB" sz="1200" b="1" dirty="0" smtClean="0"/>
              <a:t/>
            </a:r>
            <a:br>
              <a:rPr lang="en-GB" sz="1200" b="1" dirty="0" smtClean="0"/>
            </a:br>
            <a:r>
              <a:rPr lang="en-GB" sz="1200" b="1" dirty="0"/>
              <a:t/>
            </a:r>
            <a:br>
              <a:rPr lang="en-GB" sz="1200" b="1" dirty="0"/>
            </a:br>
            <a:r>
              <a:rPr lang="en-GB" sz="1200" b="1" dirty="0" smtClean="0"/>
              <a:t>We need to look at all the factors that would affect our Storyboard.</a:t>
            </a:r>
            <a:r>
              <a:rPr lang="en-GB" sz="1000" b="1" i="1" dirty="0" smtClean="0"/>
              <a:t/>
            </a:r>
            <a:br>
              <a:rPr lang="en-GB" sz="1000" b="1" i="1" dirty="0" smtClean="0"/>
            </a:br>
            <a:r>
              <a:rPr lang="en-GB" sz="1000" b="1" i="1" dirty="0" smtClean="0"/>
              <a:t/>
            </a:r>
            <a:br>
              <a:rPr lang="en-GB" sz="1000" b="1" i="1" dirty="0" smtClean="0"/>
            </a:br>
            <a:r>
              <a:rPr lang="en-GB" sz="1400" b="1" dirty="0" smtClean="0"/>
              <a:t>1. Too much information.  </a:t>
            </a:r>
            <a:r>
              <a:rPr lang="en-GB" sz="1000" b="1" dirty="0"/>
              <a:t>T</a:t>
            </a:r>
            <a:r>
              <a:rPr lang="en-GB" sz="1000" b="1" dirty="0" smtClean="0"/>
              <a:t>he screen can hold only so much information at one time, so don’t try to cram many very large, very detailed images, and large blocks of text on the same screen. </a:t>
            </a:r>
            <a:br>
              <a:rPr lang="en-GB" sz="1000" b="1" dirty="0" smtClean="0"/>
            </a:br>
            <a:r>
              <a:rPr lang="en-GB" sz="1000" b="1" dirty="0" smtClean="0"/>
              <a:t/>
            </a:r>
            <a:br>
              <a:rPr lang="en-GB" sz="1000" b="1" dirty="0" smtClean="0"/>
            </a:br>
            <a:r>
              <a:rPr lang="en-GB" sz="1400" b="1" dirty="0" smtClean="0"/>
              <a:t>2. Inconsistent Design.  </a:t>
            </a:r>
            <a:r>
              <a:rPr lang="en-GB" sz="1000" b="1" dirty="0" smtClean="0"/>
              <a:t>Your storyboard needs to have a consistent design through the use of colour and layout, with a set of about three variations for the type of information on the page. Sections may have different colours and the same general layout and image "looks", or sections may have slightly different layout and use the same colours. If you use different layouts and colours, you run the risk of your viewers becoming confused and lost. </a:t>
            </a:r>
            <a:br>
              <a:rPr lang="en-GB" sz="1000" b="1" dirty="0" smtClean="0"/>
            </a:br>
            <a:r>
              <a:rPr lang="en-GB" sz="1000" b="1" dirty="0" smtClean="0"/>
              <a:t/>
            </a:r>
            <a:br>
              <a:rPr lang="en-GB" sz="1000" b="1" dirty="0" smtClean="0"/>
            </a:br>
            <a:r>
              <a:rPr lang="en-GB" sz="1400" b="1" dirty="0" smtClean="0"/>
              <a:t>3. Action. </a:t>
            </a:r>
            <a:r>
              <a:rPr lang="en-GB" sz="1000" b="1" dirty="0" smtClean="0"/>
              <a:t>Show action in the form of directional arrows       </a:t>
            </a:r>
            <a:r>
              <a:rPr lang="en-GB" sz="1200" b="1" dirty="0" smtClean="0"/>
              <a:t>A                         B</a:t>
            </a:r>
            <a:br>
              <a:rPr lang="en-GB" sz="1200" b="1" dirty="0" smtClean="0"/>
            </a:br>
            <a:r>
              <a:rPr lang="en-GB" sz="1200" b="1" dirty="0" smtClean="0"/>
              <a:t/>
            </a:r>
            <a:br>
              <a:rPr lang="en-GB" sz="1200" b="1" dirty="0" smtClean="0"/>
            </a:br>
            <a:r>
              <a:rPr lang="en-GB" sz="1200" b="1" dirty="0"/>
              <a:t/>
            </a:r>
            <a:br>
              <a:rPr lang="en-GB" sz="1200" b="1" dirty="0"/>
            </a:br>
            <a:r>
              <a:rPr lang="en-GB" sz="1400" b="1" dirty="0" smtClean="0"/>
              <a:t>4. Title. </a:t>
            </a:r>
            <a:r>
              <a:rPr lang="en-GB" sz="1000" b="1" dirty="0" smtClean="0"/>
              <a:t>Make sure your animation starts with a title opening shot. The title will help viewers understand the plot/theme of the animation.</a:t>
            </a:r>
            <a:br>
              <a:rPr lang="en-GB" sz="1000" b="1" dirty="0" smtClean="0"/>
            </a:br>
            <a:r>
              <a:rPr lang="en-GB" sz="1000" b="1" dirty="0"/>
              <a:t/>
            </a:r>
            <a:br>
              <a:rPr lang="en-GB" sz="1000" b="1" dirty="0"/>
            </a:br>
            <a:r>
              <a:rPr lang="en-GB" sz="1400" b="1" dirty="0" smtClean="0"/>
              <a:t>5. Not Enough Information. </a:t>
            </a:r>
            <a:r>
              <a:rPr lang="en-GB" sz="1000" b="1" dirty="0" smtClean="0"/>
              <a:t>This could confuse you later when you put together your animation and refer to your storyboard later on. You need to make sure there is enough information on your storyboard  so someone else reading it can see how your story will go together.</a:t>
            </a:r>
            <a:endParaRPr lang="en-GB" sz="1000" b="1" dirty="0"/>
          </a:p>
        </p:txBody>
      </p:sp>
      <p:cxnSp>
        <p:nvCxnSpPr>
          <p:cNvPr id="6" name="Straight Arrow Connector 5"/>
          <p:cNvCxnSpPr/>
          <p:nvPr/>
        </p:nvCxnSpPr>
        <p:spPr>
          <a:xfrm>
            <a:off x="4139952" y="2852936"/>
            <a:ext cx="756000"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pic>
        <p:nvPicPr>
          <p:cNvPr id="2050" name="Picture 2" descr="Alien_walks.gif - (6K)"/>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347864" y="4329485"/>
            <a:ext cx="2235882" cy="203262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ig_head.gif - (5K)"/>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83568" y="4365104"/>
            <a:ext cx="961461" cy="196138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97738" y="6021288"/>
            <a:ext cx="1054583" cy="701777"/>
          </a:xfrm>
          <a:prstGeom prst="rect">
            <a:avLst/>
          </a:prstGeom>
        </p:spPr>
      </p:pic>
    </p:spTree>
    <p:extLst>
      <p:ext uri="{BB962C8B-B14F-4D97-AF65-F5344CB8AC3E}">
        <p14:creationId xmlns:p14="http://schemas.microsoft.com/office/powerpoint/2010/main" val="368253147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FBEAC7"/>
            </a:gs>
            <a:gs pos="17999">
              <a:srgbClr val="FEE7F2"/>
            </a:gs>
            <a:gs pos="36000">
              <a:srgbClr val="FAC77D"/>
            </a:gs>
            <a:gs pos="61000">
              <a:srgbClr val="FBA97D"/>
            </a:gs>
            <a:gs pos="82001">
              <a:srgbClr val="FBD49C"/>
            </a:gs>
            <a:gs pos="100000">
              <a:srgbClr val="FEE7F2"/>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9552" y="620688"/>
            <a:ext cx="7772400" cy="504056"/>
          </a:xfrm>
        </p:spPr>
        <p:txBody>
          <a:bodyPr>
            <a:noAutofit/>
          </a:bodyPr>
          <a:lstStyle/>
          <a:p>
            <a:pPr algn="l"/>
            <a:r>
              <a:rPr lang="en-GB" sz="2000" b="1" dirty="0" smtClean="0"/>
              <a:t>What makes a good Storyboard</a:t>
            </a:r>
            <a:br>
              <a:rPr lang="en-GB" sz="2000" b="1" dirty="0" smtClean="0"/>
            </a:br>
            <a:r>
              <a:rPr lang="en-GB" sz="2000" b="1" dirty="0"/>
              <a:t/>
            </a:r>
            <a:br>
              <a:rPr lang="en-GB" sz="2000" b="1" dirty="0"/>
            </a:br>
            <a:r>
              <a:rPr lang="en-GB" sz="2000" b="1" dirty="0" smtClean="0"/>
              <a:t>WAGOLL:</a:t>
            </a:r>
            <a:r>
              <a:rPr lang="en-GB" sz="1200" b="1" dirty="0" smtClean="0"/>
              <a:t/>
            </a:r>
            <a:br>
              <a:rPr lang="en-GB" sz="1200" b="1" dirty="0" smtClean="0"/>
            </a:br>
            <a:r>
              <a:rPr lang="en-GB" sz="1200" b="1" dirty="0"/>
              <a:t/>
            </a:r>
            <a:br>
              <a:rPr lang="en-GB" sz="1200" b="1" dirty="0"/>
            </a:br>
            <a:endParaRPr lang="en-GB" sz="1000" b="1"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97738" y="6021288"/>
            <a:ext cx="1054583" cy="701777"/>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3826" y="1276782"/>
            <a:ext cx="7911203" cy="4482013"/>
          </a:xfrm>
          <a:prstGeom prst="rect">
            <a:avLst/>
          </a:prstGeom>
        </p:spPr>
      </p:pic>
    </p:spTree>
    <p:extLst>
      <p:ext uri="{BB962C8B-B14F-4D97-AF65-F5344CB8AC3E}">
        <p14:creationId xmlns:p14="http://schemas.microsoft.com/office/powerpoint/2010/main" val="351455072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FBEAC7"/>
            </a:gs>
            <a:gs pos="17999">
              <a:srgbClr val="FEE7F2"/>
            </a:gs>
            <a:gs pos="36000">
              <a:srgbClr val="FAC77D"/>
            </a:gs>
            <a:gs pos="61000">
              <a:srgbClr val="FBA97D"/>
            </a:gs>
            <a:gs pos="82001">
              <a:srgbClr val="FBD49C"/>
            </a:gs>
            <a:gs pos="100000">
              <a:srgbClr val="FEE7F2"/>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9552" y="620688"/>
            <a:ext cx="7772400" cy="504056"/>
          </a:xfrm>
        </p:spPr>
        <p:txBody>
          <a:bodyPr>
            <a:noAutofit/>
          </a:bodyPr>
          <a:lstStyle/>
          <a:p>
            <a:pPr algn="l"/>
            <a:r>
              <a:rPr lang="en-GB" sz="2000" b="1" dirty="0" smtClean="0"/>
              <a:t>What makes a bad Storyboard</a:t>
            </a:r>
            <a:br>
              <a:rPr lang="en-GB" sz="2000" b="1" dirty="0" smtClean="0"/>
            </a:br>
            <a:r>
              <a:rPr lang="en-GB" sz="2000" b="1" dirty="0"/>
              <a:t/>
            </a:r>
            <a:br>
              <a:rPr lang="en-GB" sz="2000" b="1" dirty="0"/>
            </a:br>
            <a:r>
              <a:rPr lang="en-GB" sz="2000" b="1" dirty="0" smtClean="0"/>
              <a:t>WABOLL:</a:t>
            </a:r>
            <a:r>
              <a:rPr lang="en-GB" sz="1200" b="1" dirty="0" smtClean="0"/>
              <a:t/>
            </a:r>
            <a:br>
              <a:rPr lang="en-GB" sz="1200" b="1" dirty="0" smtClean="0"/>
            </a:br>
            <a:r>
              <a:rPr lang="en-GB" sz="1200" b="1" dirty="0"/>
              <a:t/>
            </a:r>
            <a:br>
              <a:rPr lang="en-GB" sz="1200" b="1" dirty="0"/>
            </a:br>
            <a:endParaRPr lang="en-GB" sz="1000" b="1"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97738" y="6021288"/>
            <a:ext cx="1054583" cy="701777"/>
          </a:xfrm>
          <a:prstGeom prst="rect">
            <a:avLst/>
          </a:prstGeom>
        </p:spPr>
      </p:pic>
      <p:pic>
        <p:nvPicPr>
          <p:cNvPr id="3074" name="Picture 2" descr="http://animatazz.com/wp2/wp-content/uploads/2009/11/Story-board-for-anima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1375040"/>
            <a:ext cx="6496050"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468192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TotalTime>
  <Words>26</Words>
  <Application>Microsoft Office PowerPoint</Application>
  <PresentationFormat>On-screen Show (4:3)</PresentationFormat>
  <Paragraphs>5</Paragraphs>
  <Slides>4</Slides>
  <Notes>0</Notes>
  <HiddenSlides>0</HiddenSlides>
  <MMClips>0</MMClips>
  <ScaleCrop>false</ScaleCrop>
  <HeadingPairs>
    <vt:vector size="4" baseType="variant">
      <vt:variant>
        <vt:lpstr>Theme</vt:lpstr>
      </vt:variant>
      <vt:variant>
        <vt:i4>3</vt:i4>
      </vt:variant>
      <vt:variant>
        <vt:lpstr>Slide Titles</vt:lpstr>
      </vt:variant>
      <vt:variant>
        <vt:i4>4</vt:i4>
      </vt:variant>
    </vt:vector>
  </HeadingPairs>
  <TitlesOfParts>
    <vt:vector size="7" baseType="lpstr">
      <vt:lpstr>Office Theme</vt:lpstr>
      <vt:lpstr>1_Office Theme</vt:lpstr>
      <vt:lpstr>2_Office Theme</vt:lpstr>
      <vt:lpstr>What makes a good Storyboard?</vt:lpstr>
      <vt:lpstr>What makes a good Storyboard  We need to look at all the factors that would affect our Storyboard.  1. Too much information.  The screen can hold only so much information at one time, so don’t try to cram many very large, very detailed images, and large blocks of text on the same screen.   2. Inconsistent Design.  Your storyboard needs to have a consistent design through the use of colour and layout, with a set of about three variations for the type of information on the page. Sections may have different colours and the same general layout and image "looks", or sections may have slightly different layout and use the same colours. If you use different layouts and colours, you run the risk of your viewers becoming confused and lost.   3. Action. Show action in the form of directional arrows       A                         B   4. Title. Make sure your animation starts with a title opening shot. The title will help viewers understand the plot/theme of the animation.  5. Not Enough Information. This could confuse you later when you put together your animation and refer to your storyboard later on. You need to make sure there is enough information on your storyboard  so someone else reading it can see how your story will go together.</vt:lpstr>
      <vt:lpstr>What makes a good Storyboard  WAGOLL:  </vt:lpstr>
      <vt:lpstr>What makes a bad Storyboard  WABOLL:  </vt:lpstr>
    </vt:vector>
  </TitlesOfParts>
  <Company>Buttershaw</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makes a good Storyboard?</dc:title>
  <dc:creator>Mr Fulton</dc:creator>
  <cp:lastModifiedBy>Mr Fulton</cp:lastModifiedBy>
  <cp:revision>7</cp:revision>
  <dcterms:created xsi:type="dcterms:W3CDTF">2012-01-09T09:45:07Z</dcterms:created>
  <dcterms:modified xsi:type="dcterms:W3CDTF">2012-01-09T10:19:35Z</dcterms:modified>
</cp:coreProperties>
</file>