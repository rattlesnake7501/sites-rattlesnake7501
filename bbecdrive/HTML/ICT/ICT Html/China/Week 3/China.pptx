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7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FAE8F32-3F0A-4959-ACEC-0BB6ED66B922}" type="datetimeFigureOut">
              <a:rPr lang="en-GB" smtClean="0"/>
              <a:t>11/10/2012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2220364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FAE8F32-3F0A-4959-ACEC-0BB6ED66B922}" type="datetimeFigureOut">
              <a:rPr lang="en-GB" smtClean="0"/>
              <a:t>11/10/2012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41924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AE8F32-3F0A-4959-ACEC-0BB6ED66B922}" type="datetimeFigureOut">
              <a:rPr lang="en-GB" smtClean="0"/>
              <a:t>11/10/2012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2668619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FAE8F32-3F0A-4959-ACEC-0BB6ED66B922}" type="datetimeFigureOut">
              <a:rPr lang="en-GB" smtClean="0"/>
              <a:t>11/10/2012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1828085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FAE8F32-3F0A-4959-ACEC-0BB6ED66B922}" type="datetimeFigureOut">
              <a:rPr lang="en-GB" smtClean="0"/>
              <a:t>11/10/2012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858884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FAE8F32-3F0A-4959-ACEC-0BB6ED66B922}" type="datetimeFigureOut">
              <a:rPr lang="en-GB" smtClean="0"/>
              <a:t>11/10/2012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972001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AE8F32-3F0A-4959-ACEC-0BB6ED66B922}" type="datetimeFigureOut">
              <a:rPr lang="en-GB" smtClean="0"/>
              <a:t>11/10/2012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321931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AE8F32-3F0A-4959-ACEC-0BB6ED66B922}" type="datetimeFigureOut">
              <a:rPr lang="en-GB" smtClean="0"/>
              <a:t>11/10/2012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082487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AE8F32-3F0A-4959-ACEC-0BB6ED66B922}" type="datetimeFigureOut">
              <a:rPr lang="en-GB" smtClean="0"/>
              <a:t>11/10/2012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2117620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FAE8F32-3F0A-4959-ACEC-0BB6ED66B922}" type="datetimeFigureOut">
              <a:rPr lang="en-GB" smtClean="0"/>
              <a:t>11/10/2012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6539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FAE8F32-3F0A-4959-ACEC-0BB6ED66B922}" type="datetimeFigureOut">
              <a:rPr lang="en-GB" smtClean="0"/>
              <a:t>11/10/2012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8754F37-9357-430C-8FB4-C44B9437EBBC}" type="slidenum">
              <a:rPr lang="en-GB" smtClean="0"/>
              <a:t>‹#›</a:t>
            </a:fld>
            <a:endParaRPr lang="en-GB"/>
          </a:p>
        </p:txBody>
      </p:sp>
    </p:spTree>
    <p:extLst>
      <p:ext uri="{BB962C8B-B14F-4D97-AF65-F5344CB8AC3E}">
        <p14:creationId xmlns:p14="http://schemas.microsoft.com/office/powerpoint/2010/main" val="3727228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AE8F32-3F0A-4959-ACEC-0BB6ED66B922}" type="datetimeFigureOut">
              <a:rPr lang="en-GB" smtClean="0"/>
              <a:t>11/10/2012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754F37-9357-430C-8FB4-C44B9437EBBC}" type="slidenum">
              <a:rPr lang="en-GB" smtClean="0"/>
              <a:t>‹#›</a:t>
            </a:fld>
            <a:endParaRPr lang="en-GB"/>
          </a:p>
        </p:txBody>
      </p:sp>
    </p:spTree>
    <p:extLst>
      <p:ext uri="{BB962C8B-B14F-4D97-AF65-F5344CB8AC3E}">
        <p14:creationId xmlns:p14="http://schemas.microsoft.com/office/powerpoint/2010/main" val="2005171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wmf"/></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upload.wikimedia.org/wikipedia/commons/3/34/China_Emblem_PLA.svg" TargetMode="External"/><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88640"/>
            <a:ext cx="7772400" cy="1470025"/>
          </a:xfrm>
        </p:spPr>
        <p:txBody>
          <a:bodyPr>
            <a:normAutofit fontScale="90000"/>
          </a:bodyPr>
          <a:lstStyle/>
          <a:p>
            <a:r>
              <a:rPr lang="en-GB" sz="12800" b="1" dirty="0" smtClean="0">
                <a:solidFill>
                  <a:schemeClr val="bg1"/>
                </a:solidFill>
              </a:rPr>
              <a:t>China</a:t>
            </a:r>
            <a:r>
              <a:rPr lang="en-GB" sz="7200" dirty="0" smtClean="0"/>
              <a:t/>
            </a:r>
            <a:br>
              <a:rPr lang="en-GB" sz="7200" dirty="0" smtClean="0"/>
            </a:br>
            <a:r>
              <a:rPr lang="en-GB" sz="3600" dirty="0" smtClean="0">
                <a:solidFill>
                  <a:srgbClr val="EA0000"/>
                </a:solidFill>
              </a:rPr>
              <a:t>Some </a:t>
            </a:r>
            <a:r>
              <a:rPr lang="en-GB" sz="3600" dirty="0" err="1" smtClean="0">
                <a:solidFill>
                  <a:srgbClr val="EA0000"/>
                </a:solidFill>
              </a:rPr>
              <a:t>intrestin</a:t>
            </a:r>
            <a:r>
              <a:rPr lang="en-GB" sz="3600" dirty="0" smtClean="0">
                <a:solidFill>
                  <a:srgbClr val="EA0000"/>
                </a:solidFill>
              </a:rPr>
              <a:t> fats</a:t>
            </a:r>
            <a:endParaRPr lang="en-GB" sz="6000" dirty="0">
              <a:solidFill>
                <a:srgbClr val="EA0000"/>
              </a:solidFill>
            </a:endParaRPr>
          </a:p>
        </p:txBody>
      </p:sp>
      <p:pic>
        <p:nvPicPr>
          <p:cNvPr id="1027" name="Picture 3" descr="C:\Program Files\Microsoft Office\MEDIA\CAGCAT10\j0298653.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404664"/>
            <a:ext cx="2664296" cy="15851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Program Files\Microsoft Office\MEDIA\CAGCAT10\j0299125.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8344" y="4725144"/>
            <a:ext cx="1100023" cy="18050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Program Files\Microsoft Office\MEDIA\CAGCAT10\j0336075.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536" y="5140130"/>
            <a:ext cx="1405428" cy="1423493"/>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Documents and Settings\bbcbdf\Local Settings\Temporary Internet Files\Content.IE5\HQ3WHPKI\MC910216378[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8" y="1827182"/>
            <a:ext cx="4362450" cy="3800475"/>
          </a:xfrm>
          <a:prstGeom prst="rect">
            <a:avLst/>
          </a:prstGeom>
          <a:noFill/>
          <a:extLst>
            <a:ext uri="{909E8E84-426E-40DD-AFC4-6F175D3DCCD1}">
              <a14:hiddenFill xmlns:a14="http://schemas.microsoft.com/office/drawing/2010/main">
                <a:solidFill>
                  <a:srgbClr val="FFFFFF"/>
                </a:solidFill>
              </a14:hiddenFill>
            </a:ext>
          </a:extLst>
        </p:spPr>
      </p:pic>
      <p:sp>
        <p:nvSpPr>
          <p:cNvPr id="6" name="Left Arrow 5">
            <a:hlinkClick r:id="" action="ppaction://hlinkshowjump?jump=previousslide"/>
          </p:cNvPr>
          <p:cNvSpPr/>
          <p:nvPr/>
        </p:nvSpPr>
        <p:spPr>
          <a:xfrm>
            <a:off x="2051720" y="5717307"/>
            <a:ext cx="1224136" cy="6640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Back</a:t>
            </a:r>
            <a:endParaRPr lang="en-GB" dirty="0"/>
          </a:p>
        </p:txBody>
      </p:sp>
      <p:sp>
        <p:nvSpPr>
          <p:cNvPr id="7" name="Right Arrow 6">
            <a:hlinkClick r:id="" action="ppaction://hlinkshowjump?jump=nextslide"/>
          </p:cNvPr>
          <p:cNvSpPr/>
          <p:nvPr/>
        </p:nvSpPr>
        <p:spPr>
          <a:xfrm>
            <a:off x="6156176" y="5740726"/>
            <a:ext cx="1152128" cy="664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Next</a:t>
            </a:r>
            <a:endParaRPr lang="en-GB" dirty="0"/>
          </a:p>
        </p:txBody>
      </p:sp>
    </p:spTree>
    <p:extLst>
      <p:ext uri="{BB962C8B-B14F-4D97-AF65-F5344CB8AC3E}">
        <p14:creationId xmlns:p14="http://schemas.microsoft.com/office/powerpoint/2010/main" val="2798247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GB" dirty="0" smtClean="0"/>
              <a:t>FACT 4</a:t>
            </a:r>
            <a:endParaRPr lang="en-GB" dirty="0"/>
          </a:p>
        </p:txBody>
      </p:sp>
      <p:sp>
        <p:nvSpPr>
          <p:cNvPr id="3" name="Content Placeholder 2"/>
          <p:cNvSpPr>
            <a:spLocks noGrp="1"/>
          </p:cNvSpPr>
          <p:nvPr>
            <p:ph idx="1"/>
          </p:nvPr>
        </p:nvSpPr>
        <p:spPr>
          <a:xfrm>
            <a:off x="678210" y="1367221"/>
            <a:ext cx="8229600" cy="4525963"/>
          </a:xfrm>
        </p:spPr>
        <p:txBody>
          <a:bodyPr/>
          <a:lstStyle/>
          <a:p>
            <a:r>
              <a:rPr lang="en-GB" dirty="0" smtClean="0"/>
              <a:t>Sumo wrestling was invented in China</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276873"/>
            <a:ext cx="4762500"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Left Arrow 8">
            <a:hlinkClick r:id="" action="ppaction://hlinkshowjump?jump=previousslide"/>
          </p:cNvPr>
          <p:cNvSpPr/>
          <p:nvPr/>
        </p:nvSpPr>
        <p:spPr>
          <a:xfrm>
            <a:off x="2051720" y="5717307"/>
            <a:ext cx="1224136" cy="6640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Back</a:t>
            </a:r>
            <a:endParaRPr lang="en-GB" dirty="0"/>
          </a:p>
        </p:txBody>
      </p:sp>
      <p:sp>
        <p:nvSpPr>
          <p:cNvPr id="10" name="Right Arrow 9">
            <a:hlinkClick r:id="" action="ppaction://hlinkshowjump?jump=nextslide"/>
          </p:cNvPr>
          <p:cNvSpPr/>
          <p:nvPr/>
        </p:nvSpPr>
        <p:spPr>
          <a:xfrm>
            <a:off x="6156176" y="5740726"/>
            <a:ext cx="1152128" cy="664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Next</a:t>
            </a:r>
            <a:endParaRPr lang="en-GB" dirty="0"/>
          </a:p>
        </p:txBody>
      </p:sp>
    </p:spTree>
    <p:extLst>
      <p:ext uri="{BB962C8B-B14F-4D97-AF65-F5344CB8AC3E}">
        <p14:creationId xmlns:p14="http://schemas.microsoft.com/office/powerpoint/2010/main" val="5774449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sz="1800" dirty="0" smtClean="0"/>
              <a:t>Fact </a:t>
            </a:r>
            <a:r>
              <a:rPr lang="en-GB" sz="6600" b="1" dirty="0" smtClean="0"/>
              <a:t>1</a:t>
            </a:r>
            <a:r>
              <a:rPr lang="en-GB" dirty="0" smtClean="0"/>
              <a:t>					</a:t>
            </a:r>
            <a:endParaRPr lang="en-GB" dirty="0"/>
          </a:p>
        </p:txBody>
      </p:sp>
      <p:sp>
        <p:nvSpPr>
          <p:cNvPr id="3" name="Content Placeholder 2"/>
          <p:cNvSpPr>
            <a:spLocks noGrp="1"/>
          </p:cNvSpPr>
          <p:nvPr>
            <p:ph idx="1"/>
          </p:nvPr>
        </p:nvSpPr>
        <p:spPr>
          <a:xfrm>
            <a:off x="467544" y="1217075"/>
            <a:ext cx="8229600" cy="4525963"/>
          </a:xfrm>
        </p:spPr>
        <p:txBody>
          <a:bodyPr>
            <a:normAutofit fontScale="77500" lnSpcReduction="20000"/>
          </a:bodyPr>
          <a:lstStyle/>
          <a:p>
            <a:pPr marL="0" indent="0">
              <a:buNone/>
            </a:pPr>
            <a:r>
              <a:rPr lang="en-GB" b="1" u="sng" dirty="0" smtClean="0"/>
              <a:t>RICE</a:t>
            </a:r>
          </a:p>
          <a:p>
            <a:endParaRPr lang="en-GB" dirty="0" smtClean="0"/>
          </a:p>
          <a:p>
            <a:r>
              <a:rPr lang="en-GB" dirty="0" smtClean="0"/>
              <a:t>China is the worlds largest rice producer, and one of the earliest countries of rice agriculture. For thousands of years, the Chinese people have been diligently cultivating their land for big harvests. </a:t>
            </a:r>
          </a:p>
          <a:p>
            <a:r>
              <a:rPr lang="en-GB" dirty="0" smtClean="0">
                <a:latin typeface="Adamsky SF" pitchFamily="2" charset="0"/>
              </a:rPr>
              <a:t>The agricultural way of life, with rice as the centre, has played an important role in Chinas history. In the past, people held the belief that the precious things of life are the five grains with rice being number one, instead of pearls or jade. For the Chinese people, rice is the staple food in everyday meals.</a:t>
            </a:r>
            <a:endParaRPr lang="en-GB" dirty="0">
              <a:latin typeface="Adamsky SF" pitchFamily="2" charset="0"/>
            </a:endParaRPr>
          </a:p>
        </p:txBody>
      </p:sp>
      <p:sp>
        <p:nvSpPr>
          <p:cNvPr id="8" name="Left Arrow 7">
            <a:hlinkClick r:id="" action="ppaction://hlinkshowjump?jump=previousslide"/>
          </p:cNvPr>
          <p:cNvSpPr/>
          <p:nvPr/>
        </p:nvSpPr>
        <p:spPr>
          <a:xfrm>
            <a:off x="2051720" y="5717307"/>
            <a:ext cx="1224136" cy="6640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Back</a:t>
            </a:r>
            <a:endParaRPr lang="en-GB" dirty="0"/>
          </a:p>
        </p:txBody>
      </p:sp>
      <p:sp>
        <p:nvSpPr>
          <p:cNvPr id="9" name="Right Arrow 8">
            <a:hlinkClick r:id="" action="ppaction://hlinkshowjump?jump=nextslide"/>
          </p:cNvPr>
          <p:cNvSpPr/>
          <p:nvPr/>
        </p:nvSpPr>
        <p:spPr>
          <a:xfrm>
            <a:off x="6156176" y="5740726"/>
            <a:ext cx="1152128" cy="664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Next</a:t>
            </a:r>
            <a:endParaRPr lang="en-GB" dirty="0"/>
          </a:p>
        </p:txBody>
      </p:sp>
    </p:spTree>
    <p:extLst>
      <p:ext uri="{BB962C8B-B14F-4D97-AF65-F5344CB8AC3E}">
        <p14:creationId xmlns:p14="http://schemas.microsoft.com/office/powerpoint/2010/main" val="2621244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Fact 2: 	</a:t>
            </a:r>
            <a:endParaRPr lang="en-GB" dirty="0"/>
          </a:p>
        </p:txBody>
      </p:sp>
      <p:sp>
        <p:nvSpPr>
          <p:cNvPr id="3" name="Content Placeholder 2"/>
          <p:cNvSpPr>
            <a:spLocks noGrp="1"/>
          </p:cNvSpPr>
          <p:nvPr>
            <p:ph idx="1"/>
          </p:nvPr>
        </p:nvSpPr>
        <p:spPr>
          <a:xfrm>
            <a:off x="467544" y="1237651"/>
            <a:ext cx="8229600" cy="4525963"/>
          </a:xfrm>
        </p:spPr>
        <p:txBody>
          <a:bodyPr>
            <a:normAutofit fontScale="62500" lnSpcReduction="20000"/>
          </a:bodyPr>
          <a:lstStyle/>
          <a:p>
            <a:r>
              <a:rPr lang="en-GB" b="1" dirty="0" smtClean="0">
                <a:solidFill>
                  <a:schemeClr val="bg1"/>
                </a:solidFill>
              </a:rPr>
              <a:t>A world No.1 with: </a:t>
            </a:r>
            <a:r>
              <a:rPr lang="en-GB" dirty="0" smtClean="0">
                <a:solidFill>
                  <a:schemeClr val="bg1"/>
                </a:solidFill>
              </a:rPr>
              <a:t>The world's longest manmade building—the Great Wall. The world's biggest ancient complex preserved today -- the Imperial Palace The world's largest square --</a:t>
            </a:r>
            <a:r>
              <a:rPr lang="en-GB" dirty="0" err="1" smtClean="0">
                <a:solidFill>
                  <a:schemeClr val="bg1"/>
                </a:solidFill>
              </a:rPr>
              <a:t>Tian'anmen</a:t>
            </a:r>
            <a:r>
              <a:rPr lang="en-GB" dirty="0" smtClean="0">
                <a:solidFill>
                  <a:schemeClr val="bg1"/>
                </a:solidFill>
              </a:rPr>
              <a:t> Square The world's oldest and longest human-made canal -- Grand Canal The world's widest and deepest canyon --The </a:t>
            </a:r>
            <a:r>
              <a:rPr lang="en-GB" dirty="0" err="1" smtClean="0">
                <a:solidFill>
                  <a:schemeClr val="bg1"/>
                </a:solidFill>
              </a:rPr>
              <a:t>Yarlung</a:t>
            </a:r>
            <a:r>
              <a:rPr lang="en-GB" dirty="0" smtClean="0">
                <a:solidFill>
                  <a:schemeClr val="bg1"/>
                </a:solidFill>
              </a:rPr>
              <a:t> </a:t>
            </a:r>
            <a:r>
              <a:rPr lang="en-GB" dirty="0" err="1" smtClean="0">
                <a:solidFill>
                  <a:schemeClr val="bg1"/>
                </a:solidFill>
              </a:rPr>
              <a:t>Zangbo</a:t>
            </a:r>
            <a:r>
              <a:rPr lang="en-GB" dirty="0" smtClean="0">
                <a:solidFill>
                  <a:schemeClr val="bg1"/>
                </a:solidFill>
              </a:rPr>
              <a:t> Grand Canyon The world's highest plateau -- Qinghai Tibet Plateau The world's most ancient tree species-- Maidenhair Tree The world's langue with the most users --Chinese The world's earliest and biggest </a:t>
            </a:r>
            <a:r>
              <a:rPr lang="en-GB" dirty="0" err="1" smtClean="0">
                <a:solidFill>
                  <a:schemeClr val="bg1"/>
                </a:solidFill>
              </a:rPr>
              <a:t>cyclopedia</a:t>
            </a:r>
            <a:r>
              <a:rPr lang="en-GB" dirty="0" smtClean="0">
                <a:solidFill>
                  <a:schemeClr val="bg1"/>
                </a:solidFill>
              </a:rPr>
              <a:t>—</a:t>
            </a:r>
            <a:r>
              <a:rPr lang="en-GB" dirty="0" err="1" smtClean="0">
                <a:solidFill>
                  <a:schemeClr val="bg1"/>
                </a:solidFill>
              </a:rPr>
              <a:t>Yongle</a:t>
            </a:r>
            <a:r>
              <a:rPr lang="en-GB" dirty="0" smtClean="0">
                <a:solidFill>
                  <a:schemeClr val="bg1"/>
                </a:solidFill>
              </a:rPr>
              <a:t> Canon The world's earliest book of tactics—Sun </a:t>
            </a:r>
            <a:r>
              <a:rPr lang="en-GB" dirty="0" err="1" smtClean="0">
                <a:solidFill>
                  <a:schemeClr val="bg1"/>
                </a:solidFill>
              </a:rPr>
              <a:t>Zi's</a:t>
            </a:r>
            <a:r>
              <a:rPr lang="en-GB" dirty="0" smtClean="0">
                <a:solidFill>
                  <a:schemeClr val="bg1"/>
                </a:solidFill>
              </a:rPr>
              <a:t> Military Strategy and Tactics The world's first collection of poems—The Book of Songs The world's biggest ancient series—Complete Collection in Four Treasuries The world's grand dictionary collecting most Chinese characters—</a:t>
            </a:r>
            <a:r>
              <a:rPr lang="en-GB" dirty="0" err="1" smtClean="0">
                <a:solidFill>
                  <a:schemeClr val="bg1"/>
                </a:solidFill>
              </a:rPr>
              <a:t>Kangxi</a:t>
            </a:r>
            <a:r>
              <a:rPr lang="en-GB" dirty="0" smtClean="0">
                <a:solidFill>
                  <a:schemeClr val="bg1"/>
                </a:solidFill>
              </a:rPr>
              <a:t> Dictionary The world's Buddhism grotto temple with the largest scale --</a:t>
            </a:r>
            <a:r>
              <a:rPr lang="en-GB" dirty="0" err="1" smtClean="0">
                <a:solidFill>
                  <a:schemeClr val="bg1"/>
                </a:solidFill>
              </a:rPr>
              <a:t>Mogo</a:t>
            </a:r>
            <a:r>
              <a:rPr lang="en-GB" dirty="0" smtClean="0">
                <a:solidFill>
                  <a:schemeClr val="bg1"/>
                </a:solidFill>
              </a:rPr>
              <a:t> Grottoes The world's eighth wonder-- Terracotta Warriors and Horses of Qin </a:t>
            </a:r>
            <a:r>
              <a:rPr lang="en-GB" dirty="0" err="1" smtClean="0">
                <a:solidFill>
                  <a:schemeClr val="bg1"/>
                </a:solidFill>
              </a:rPr>
              <a:t>Shihuang's</a:t>
            </a:r>
            <a:r>
              <a:rPr lang="en-GB" dirty="0" smtClean="0">
                <a:solidFill>
                  <a:schemeClr val="bg1"/>
                </a:solidFill>
              </a:rPr>
              <a:t> Mausoleum The world's highest preserved palace --</a:t>
            </a:r>
            <a:r>
              <a:rPr lang="en-GB" dirty="0" err="1" smtClean="0">
                <a:solidFill>
                  <a:schemeClr val="bg1"/>
                </a:solidFill>
              </a:rPr>
              <a:t>Potala</a:t>
            </a:r>
            <a:r>
              <a:rPr lang="en-GB" dirty="0" smtClean="0">
                <a:solidFill>
                  <a:schemeClr val="bg1"/>
                </a:solidFill>
              </a:rPr>
              <a:t> Palace The world's oldest wooden complex preserved today built on cliff --Overhanging Temple The world's biggest inland basin -- </a:t>
            </a:r>
            <a:r>
              <a:rPr lang="en-GB" dirty="0" err="1" smtClean="0">
                <a:solidFill>
                  <a:schemeClr val="bg1"/>
                </a:solidFill>
              </a:rPr>
              <a:t>Tarim</a:t>
            </a:r>
            <a:r>
              <a:rPr lang="en-GB" dirty="0" smtClean="0">
                <a:solidFill>
                  <a:schemeClr val="bg1"/>
                </a:solidFill>
              </a:rPr>
              <a:t> Basin One of the world's rarest animals --Giant Panda The world's No. </a:t>
            </a:r>
          </a:p>
          <a:p>
            <a:endParaRPr lang="en-GB" dirty="0" smtClean="0"/>
          </a:p>
          <a:p>
            <a:endParaRPr lang="en-GB" dirty="0"/>
          </a:p>
        </p:txBody>
      </p:sp>
      <p:sp>
        <p:nvSpPr>
          <p:cNvPr id="8" name="Left Arrow 7">
            <a:hlinkClick r:id="" action="ppaction://hlinkshowjump?jump=previousslide"/>
          </p:cNvPr>
          <p:cNvSpPr/>
          <p:nvPr/>
        </p:nvSpPr>
        <p:spPr>
          <a:xfrm>
            <a:off x="2051720" y="5717307"/>
            <a:ext cx="1224136" cy="6640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Back</a:t>
            </a:r>
            <a:endParaRPr lang="en-GB" dirty="0"/>
          </a:p>
        </p:txBody>
      </p:sp>
      <p:sp>
        <p:nvSpPr>
          <p:cNvPr id="9" name="Right Arrow 8">
            <a:hlinkClick r:id="" action="ppaction://hlinkshowjump?jump=nextslide"/>
          </p:cNvPr>
          <p:cNvSpPr/>
          <p:nvPr/>
        </p:nvSpPr>
        <p:spPr>
          <a:xfrm>
            <a:off x="6156176" y="5740726"/>
            <a:ext cx="1152128" cy="664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Next</a:t>
            </a:r>
            <a:endParaRPr lang="en-GB" dirty="0"/>
          </a:p>
        </p:txBody>
      </p:sp>
    </p:spTree>
    <p:extLst>
      <p:ext uri="{BB962C8B-B14F-4D97-AF65-F5344CB8AC3E}">
        <p14:creationId xmlns:p14="http://schemas.microsoft.com/office/powerpoint/2010/main" val="32652779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Fact 3</a:t>
            </a:r>
            <a:endParaRPr lang="en-GB" dirty="0"/>
          </a:p>
        </p:txBody>
      </p:sp>
      <p:sp>
        <p:nvSpPr>
          <p:cNvPr id="3" name="Content Placeholder 2"/>
          <p:cNvSpPr>
            <a:spLocks noGrp="1"/>
          </p:cNvSpPr>
          <p:nvPr>
            <p:ph idx="1"/>
          </p:nvPr>
        </p:nvSpPr>
        <p:spPr/>
        <p:txBody>
          <a:bodyPr/>
          <a:lstStyle/>
          <a:p>
            <a:r>
              <a:rPr lang="en-GB" dirty="0" smtClean="0"/>
              <a:t>Largest Army in the World</a:t>
            </a:r>
          </a:p>
          <a:p>
            <a:endParaRPr lang="en-GB" dirty="0"/>
          </a:p>
        </p:txBody>
      </p:sp>
      <p:pic>
        <p:nvPicPr>
          <p:cNvPr id="2050" name="Picture 2" descr="File:China Emblem PLA.sv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2295254"/>
            <a:ext cx="3536330" cy="335699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2688148"/>
            <a:ext cx="4270995" cy="2933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Left Arrow 9">
            <a:hlinkClick r:id="" action="ppaction://hlinkshowjump?jump=previousslide"/>
          </p:cNvPr>
          <p:cNvSpPr/>
          <p:nvPr/>
        </p:nvSpPr>
        <p:spPr>
          <a:xfrm>
            <a:off x="2051720" y="5717307"/>
            <a:ext cx="1224136" cy="6640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Back</a:t>
            </a:r>
            <a:endParaRPr lang="en-GB" dirty="0"/>
          </a:p>
        </p:txBody>
      </p:sp>
      <p:sp>
        <p:nvSpPr>
          <p:cNvPr id="11" name="Right Arrow 10">
            <a:hlinkClick r:id="" action="ppaction://hlinkshowjump?jump=nextslide"/>
          </p:cNvPr>
          <p:cNvSpPr/>
          <p:nvPr/>
        </p:nvSpPr>
        <p:spPr>
          <a:xfrm>
            <a:off x="6156176" y="5740726"/>
            <a:ext cx="1152128" cy="664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Next</a:t>
            </a:r>
            <a:endParaRPr lang="en-GB" dirty="0"/>
          </a:p>
        </p:txBody>
      </p:sp>
    </p:spTree>
    <p:extLst>
      <p:ext uri="{BB962C8B-B14F-4D97-AF65-F5344CB8AC3E}">
        <p14:creationId xmlns:p14="http://schemas.microsoft.com/office/powerpoint/2010/main" val="37909308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324</Words>
  <Application>Microsoft Office PowerPoint</Application>
  <PresentationFormat>On-screen Show (4:3)</PresentationFormat>
  <Paragraphs>22</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China Some intrestin fats</vt:lpstr>
      <vt:lpstr>FACT 4</vt:lpstr>
      <vt:lpstr>Fact 1     </vt:lpstr>
      <vt:lpstr>Fact 2:  </vt:lpstr>
      <vt:lpstr>Fact 3</vt:lpstr>
    </vt:vector>
  </TitlesOfParts>
  <Company>Buttershaw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Some intrestin fats</dc:title>
  <dc:creator>Mr Fulton</dc:creator>
  <cp:lastModifiedBy>Mr Fulton</cp:lastModifiedBy>
  <cp:revision>7</cp:revision>
  <dcterms:created xsi:type="dcterms:W3CDTF">2011-09-09T09:20:54Z</dcterms:created>
  <dcterms:modified xsi:type="dcterms:W3CDTF">2012-10-11T10:46:46Z</dcterms:modified>
</cp:coreProperties>
</file>